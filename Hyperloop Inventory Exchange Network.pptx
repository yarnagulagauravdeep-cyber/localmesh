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core promise: every return is evaluated right where it lands, instead of defaulting to a trip back to the central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0" y="1320719"/>
            <a:ext cx="10566428" cy="40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0" y="2034385"/>
            <a:ext cx="10566450" cy="40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0" y="1320719"/>
            <a:ext cx="10566428" cy="40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0" y="2034385"/>
            <a:ext cx="10566450" cy="40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10883421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BRIEF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229239"/>
            <a:ext cx="9810728" cy="1412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5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Hyperloop Inventory Exchange Network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50" y="2819264"/>
            <a:ext cx="7848582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AB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returned products into forward inventory, not reverse cargo.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50" y="5849640"/>
            <a:ext cx="10883421" cy="22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and reverse-logistics platform concept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3650506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1 · PROBLEM &amp; INDUSTRY RELEVANCE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320719"/>
            <a:ext cx="10883421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 — and how we solve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50" y="1932772"/>
            <a:ext cx="5363229" cy="22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72159" y="1932772"/>
            <a:ext cx="5363229" cy="22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5925" y="2334699"/>
            <a:ext cx="4946684" cy="581022"/>
          </a:xfrm>
          <a:prstGeom prst="roundRect">
            <a:avLst>
              <a:gd name="adj" fmla="val 12568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45319" rIns="158067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cost of multiple transport legs per return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92775" y="2331524"/>
            <a:ext cx="406378" cy="61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29318" y="2334699"/>
            <a:ext cx="4946684" cy="581022"/>
          </a:xfrm>
          <a:prstGeom prst="roundRect">
            <a:avLst>
              <a:gd name="adj" fmla="val 12568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45319" rIns="158067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and resell right where the return lands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5925" y="3049025"/>
            <a:ext cx="4946684" cy="581022"/>
          </a:xfrm>
          <a:prstGeom prst="roundRect">
            <a:avLst>
              <a:gd name="adj" fmla="val 12568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45319" rIns="158067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faults trigger a full trip back to origin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92775" y="3045850"/>
            <a:ext cx="406378" cy="61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9318" y="3049025"/>
            <a:ext cx="4946684" cy="581022"/>
          </a:xfrm>
          <a:prstGeom prst="roundRect">
            <a:avLst>
              <a:gd name="adj" fmla="val 12568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45319" rIns="158067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repair partners fix it on the spot — no long haul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5925" y="3763351"/>
            <a:ext cx="4946684" cy="80323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58067" rIns="158067" bIns="158067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Saleable stock sits idle, unavailable in its own region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92775" y="3760176"/>
            <a:ext cx="406378" cy="83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9318" y="3763351"/>
            <a:ext cx="4946684" cy="80323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19" tIns="145319" rIns="20382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demand &amp; climate check reinstates it into local inventory, fast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5925" y="4699885"/>
            <a:ext cx="4946684" cy="80323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67" tIns="158067" rIns="158067" bIns="158067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warehouse hits capacity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92775" y="4696710"/>
            <a:ext cx="406378" cy="83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9318" y="4699885"/>
            <a:ext cx="4946684" cy="80323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square" lIns="158019" tIns="145319" rIns="20382" bIns="145319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Lowest-demand stock transfers to the nearest high-demand zone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3223072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2 · INNOVATION &amp; ORIGINALITY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320719"/>
            <a:ext cx="10883421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genuinely new 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50" y="3169937"/>
            <a:ext cx="304781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9922" y="3206770"/>
            <a:ext cx="868440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 classification</a:t>
            </a: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AI tells a hardware defect apart from personal dissatisfaction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50" y="3614351"/>
            <a:ext cx="304781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9922" y="3651185"/>
            <a:ext cx="1092207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demand check</a:t>
            </a: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reads local conditions and demand to decide whether to keep the product nearby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50" y="4058768"/>
            <a:ext cx="304781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9922" y="4095601"/>
            <a:ext cx="96928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Service-centre routing</a:t>
            </a: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hardware issues go straight to the brand's authorised service centres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750" y="4503184"/>
            <a:ext cx="304781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9922" y="4540017"/>
            <a:ext cx="1045268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rebalancing</a:t>
            </a: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if the local warehouse is full, the product shifts to the nearest one with room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812749"/>
            <a:ext cx="3948645" cy="29202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3" name="Text 1"/>
          <p:cNvSpPr/>
          <p:nvPr/>
        </p:nvSpPr>
        <p:spPr>
          <a:xfrm>
            <a:off x="965150" y="876249"/>
            <a:ext cx="3753160" cy="19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3 · PROPOSED AI / TECHNICAL APPROACH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50" y="1257241"/>
            <a:ext cx="10883342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system decides, end to end</a:t>
            </a:r>
            <a:endParaRPr lang="en-US" sz="2800" dirty="0"/>
          </a:p>
        </p:txBody>
      </p:sp>
      <p:pic>
        <p:nvPicPr>
          <p:cNvPr id="5" name="Image 0" descr="Flowchart: a returned product is analysed and routed either through a personal-dissatisfaction path that checks local demand and climate fit to decide between a local or far warehouse, or through a hardware-defect path where a local shop repairs the unit and the customer chooses redelivery, or a refund that feeds back into the same demand and climate check.">    </p:cNvPr>
          <p:cNvPicPr>
            <a:picLocks noChangeAspect="1"/>
          </p:cNvPicPr>
          <p:nvPr/>
        </p:nvPicPr>
        <p:blipFill>
          <a:blip r:embed="rId1"/>
          <a:srcRect l="-48931" r="-48931" t="0" b="0"/>
          <a:stretch/>
        </p:blipFill>
        <p:spPr>
          <a:xfrm>
            <a:off x="812750" y="1803326"/>
            <a:ext cx="10566352" cy="4444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3948645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3 · PROPOSED AI / TECHNICAL APPROACH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320719"/>
            <a:ext cx="10883421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models power every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25" y="1935947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6F5F1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5" name="Image 0" descr="NLP classifi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0768" y="2482481"/>
            <a:ext cx="304781" cy="304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768" y="2876100"/>
            <a:ext cx="4934712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classifier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0768" y="3162991"/>
            <a:ext cx="4992651" cy="22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return reason and review text to sort dissatisfaction from defect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5334" y="1935947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6F5F1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9" name="Image 1" descr="Demand mod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0177" y="2482481"/>
            <a:ext cx="304781" cy="3047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0177" y="2876100"/>
            <a:ext cx="4934712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demand model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80177" y="3162991"/>
            <a:ext cx="4934712" cy="22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pincode-level order history — revealed demand, not a guess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5925" y="4068359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6F5F1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13" name="Image 2" descr="Climate fit mode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0768" y="4614894"/>
            <a:ext cx="304781" cy="3047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0768" y="5008510"/>
            <a:ext cx="4934712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Climate &amp; usage-fit model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20768" y="5295404"/>
            <a:ext cx="4934712" cy="22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environmental fit to seed demand in underserved zones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5334" y="4068359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6F5F1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17" name="Image 3" descr="Local-first ranking mode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0177" y="4614894"/>
            <a:ext cx="304781" cy="3047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0177" y="5008510"/>
            <a:ext cx="4934712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ranking model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80177" y="5295404"/>
            <a:ext cx="4934712" cy="22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Re-ranks search results live, surfacing nearby returned stock first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3949324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4 · FEASIBILITY &amp; IMPLEMENTATION PLAN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371516"/>
            <a:ext cx="10883421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implementation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50" y="2034366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44485" y="2074974"/>
            <a:ext cx="6719497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mock dataset of orders, pincodes, categories and climate zones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50" y="2415307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44485" y="2455912"/>
            <a:ext cx="6636893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Classifier service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NLP model tags each return as dissatisfaction or defect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2796245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44485" y="2836853"/>
            <a:ext cx="6932799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engine API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applies the demand and climate-fit rules, routes the item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3177183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44485" y="3217791"/>
            <a:ext cx="6193897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&amp; refund workflow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endpoints simulate the local-repair branch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3558121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44485" y="3598729"/>
            <a:ext cx="6283565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re-ranking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boosts local-pool items in storefront search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50" y="3939062"/>
            <a:ext cx="279345" cy="279345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44485" y="3979667"/>
            <a:ext cx="6182303" cy="2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dashboard</a:t>
            </a: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visualises a return moving through the pipeline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0" y="4514658"/>
            <a:ext cx="2353638" cy="22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risks, addressed early: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69563" y="4475566"/>
            <a:ext cx="1391356" cy="273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training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8863" y="4475566"/>
            <a:ext cx="1303651" cy="273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Re-ranking latency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458" y="4475566"/>
            <a:ext cx="1284404" cy="273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vs. real APIs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2590414" cy="304781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 5 · EXPECTED IMPACT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320716"/>
            <a:ext cx="10883421" cy="43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system buys 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25" y="1935947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5" name="Image 0" descr="Cos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0768" y="2513273"/>
            <a:ext cx="279345" cy="2793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1707" y="2546257"/>
            <a:ext cx="486201" cy="23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8355" y="2894214"/>
            <a:ext cx="4932934" cy="463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reverse-logistics spend</a:t>
            </a:r>
            <a:endParaRPr lang="en-US" sz="1150" dirty="0"/>
          </a:p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transport legs per unit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5334" y="1935947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9" name="Image 1" descr="Spe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0177" y="2513273"/>
            <a:ext cx="279345" cy="2793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1116" y="2546257"/>
            <a:ext cx="662729" cy="23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77764" y="2894214"/>
            <a:ext cx="4932934" cy="463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return-to-resale turnaround</a:t>
            </a:r>
            <a:endParaRPr lang="en-US" sz="1150" dirty="0"/>
          </a:p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Same-day regional availability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925" y="4068356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13" name="Image 2" descr="Environmen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0768" y="4645685"/>
            <a:ext cx="279345" cy="2793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1707" y="4678669"/>
            <a:ext cx="1504976" cy="23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18355" y="5026623"/>
            <a:ext cx="4932934" cy="463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emissions per return</a:t>
            </a:r>
            <a:endParaRPr lang="en-US" sz="1150" dirty="0"/>
          </a:p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repeat packaging waste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75334" y="4068356"/>
            <a:ext cx="5200669" cy="1973671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0DA"/>
            </a:solidFill>
            <a:prstDash val="solid"/>
          </a:ln>
        </p:spPr>
      </p:sp>
      <p:pic>
        <p:nvPicPr>
          <p:cNvPr id="17" name="Image 3" descr="Commerci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0177" y="4645685"/>
            <a:ext cx="279345" cy="2793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1116" y="4678669"/>
            <a:ext cx="1251641" cy="23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77764" y="5026623"/>
            <a:ext cx="4932934" cy="463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Faster-moving discount tier</a:t>
            </a:r>
            <a:endParaRPr lang="en-US" sz="1150" dirty="0"/>
          </a:p>
          <a:p>
            <a:pPr algn="l" marL="142113" indent="-142113">
              <a:lnSpc>
                <a:spcPts val="1725"/>
              </a:lnSpc>
              <a:buSzPct val="100000"/>
              <a:buChar char="•"/>
            </a:pPr>
            <a:r>
              <a:rPr lang="en-US" sz="1150" dirty="0">
                <a:solidFill>
                  <a:srgbClr val="3D4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repair-partner revenue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812750"/>
            <a:ext cx="10883421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0" y="1203802"/>
            <a:ext cx="9810728" cy="521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F6F5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return becomes a local opportunity.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750" y="1878124"/>
            <a:ext cx="9156679" cy="29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AB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inter-zone transfers, predictive pre-positioning, and carbon savings shown right at checkout.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50" y="5831901"/>
            <a:ext cx="10883421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D1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erloop Inventory Exchange Network">
  <a:themeElements>
    <a:clrScheme name="Hyperloop Inventory Exchange Network">
      <a:dk1>
        <a:srgbClr val="1A1A1A"/>
      </a:dk1>
      <a:lt1>
        <a:srgbClr val="F6F5F1"/>
      </a:lt1>
      <a:dk2>
        <a:srgbClr val="515150"/>
      </a:dk2>
      <a:lt2>
        <a:srgbClr val="E0DFDC"/>
      </a:lt2>
      <a:accent1>
        <a:srgbClr val="5FD1C2"/>
      </a:accent1>
      <a:accent2>
        <a:srgbClr val="EA580C"/>
      </a:accent2>
      <a:accent3>
        <a:srgbClr val="0D9488"/>
      </a:accent3>
      <a:accent4>
        <a:srgbClr val="3D434A"/>
      </a:accent4>
      <a:accent5>
        <a:srgbClr val="5B6570"/>
      </a:accent5>
      <a:accent6>
        <a:srgbClr val="9AA1A8"/>
      </a:accent6>
      <a:hlink>
        <a:srgbClr val="0563C1"/>
      </a:hlink>
      <a:folHlink>
        <a:srgbClr val="954F72"/>
      </a:folHlink>
    </a:clrScheme>
    <a:fontScheme name="Hyperloop Inventory Exchange Network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Hyperloop Inventory Exchange Network</dc:title>
  <dc:subject/>
  <dc:creator/>
  <cp:lastModifiedBy/>
  <cp:revision>1</cp:revision>
  <dcterms:created xsi:type="dcterms:W3CDTF">2026-10-03T09:36:51Z</dcterms:created>
  <dcterms:modified xsi:type="dcterms:W3CDTF">2026-10-03T09:36:51Z</dcterms:modified>
</cp:coreProperties>
</file>